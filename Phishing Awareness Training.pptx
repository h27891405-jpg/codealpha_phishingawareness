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goal: after this session everyone can recognise the main phishing red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screenshot of a real phishing email if you have one, and point at each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true domain is the part just before the first single slash, read right to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question aloud and let the audience answer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60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9B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CODEALPHA CYBER SECURITY INTERNSHIP · TASK 2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0670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Phishing Awareness Training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860800"/>
            <a:ext cx="85026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is a fake message that tricks you into giving away passwords, money or access. Learn to spot it, avoid it and report it.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A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 red flags in a phishing email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5175250" cy="1398191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or scary tone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23123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account will be closed in 24 hours!"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16"/>
            <a:ext cx="5175250" cy="1398191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88079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sender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7950" y="223123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Look-alike address such as support@paypa1-security.com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231356"/>
            <a:ext cx="5175250" cy="1398191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48853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greeting, mistakes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3150" y="3838972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"Dear customer", odd spelling and strange grammar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231356"/>
            <a:ext cx="5175250" cy="1398191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348853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link or file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7950" y="3838972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to see the real address. Be careful with .zip, .exe and macro files.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900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Spotting fake websites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41"/>
          <a:ext cx="10553700" cy="1917700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site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Fake look-alike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trick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paypal.com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paypa1.com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1 instead of letter 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google.com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google.com.verify-login.net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name placed before the true domain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amazon.com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amazon-secure-login.com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words added to the domain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855641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padlock only means the connection is encrypted. It does not mean the site is honest. Always read the domain.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1900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A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Social engineering: how attackers push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5175250" cy="1398191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23123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now or lose access." It rushes you before you think.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16"/>
            <a:ext cx="5175250" cy="1398191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88079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7950" y="223123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Pretends to be your boss, bank, IT team or police.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231356"/>
            <a:ext cx="5175250" cy="1131491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48853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3150" y="3838972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Threatens fines, a locked account or legal trouble.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231356"/>
            <a:ext cx="5175250" cy="1131491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348853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and curiosity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7950" y="3838972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Prizes, refunds, "see who viewed your profile".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467082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forms: smishing (SMS), vishing (phone calls) and spear phishing (aimed at one person).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900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Real-world examples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41"/>
            <a:ext cx="10566400" cy="1041400"/>
          </a:xfrm>
          <a:prstGeom prst="roundRect">
            <a:avLst>
              <a:gd name="adj" fmla="val 9756"/>
            </a:avLst>
          </a:prstGeom>
          <a:solidFill>
            <a:srgbClr val="18283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441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B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2013–2015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44800" y="1874441"/>
            <a:ext cx="85288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fraudster posing as a real hardware supplier sent fake invoices to Google and Facebook and received over 00 million.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2814241"/>
            <a:ext cx="10566400" cy="1041400"/>
          </a:xfrm>
          <a:prstGeom prst="roundRect">
            <a:avLst>
              <a:gd name="adj" fmla="val 9756"/>
            </a:avLst>
          </a:prstGeom>
          <a:solidFill>
            <a:srgbClr val="18283F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068241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B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44800" y="3068241"/>
            <a:ext cx="85288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fake Google security alert tricked a US campaign chairman into entering his password. His emails were leaked.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800" y="4008041"/>
            <a:ext cx="10566400" cy="782241"/>
          </a:xfrm>
          <a:prstGeom prst="roundRect">
            <a:avLst>
              <a:gd name="adj" fmla="val 12988"/>
            </a:avLst>
          </a:prstGeom>
          <a:solidFill>
            <a:srgbClr val="18283F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4262041"/>
            <a:ext cx="15748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B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44800" y="4262041"/>
            <a:ext cx="85288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phoned Twitter staff pretending to be IT support and took over well-known accounts.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900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A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82396" y="1620441"/>
            <a:ext cx="10806176" cy="177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think before you click. Hover over links first.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address yourself or use your bookmarks.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multi-factor authentication on important accounts.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password manager. It will not autofill on fake sites.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unusual requests through a second channel, such as a phone call.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suspicious messages to IT or your email provider.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1900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Quick quiz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41"/>
            <a:ext cx="10566400" cy="1099741"/>
          </a:xfrm>
          <a:prstGeom prst="roundRect">
            <a:avLst>
              <a:gd name="adj" fmla="val 9239"/>
            </a:avLst>
          </a:prstGeom>
          <a:solidFill>
            <a:srgbClr val="18283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441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"IT Support" emails you to confirm your password within 1 hour. What do you do?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6800" y="2217341"/>
            <a:ext cx="103601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9B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Do not reply. It is urgent and asks for credentials. Contact IT through a known channel.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872581"/>
            <a:ext cx="10566400" cy="1099741"/>
          </a:xfrm>
          <a:prstGeom prst="roundRect">
            <a:avLst>
              <a:gd name="adj" fmla="val 9239"/>
            </a:avLst>
          </a:prstGeom>
          <a:solidFill>
            <a:srgbClr val="18283F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126581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is safe: paypal.com/help, paypa1.com/help or paypal.com.verify-now.net?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6800" y="3469481"/>
            <a:ext cx="103601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9B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paypal.com/help. The other two use look-alike domains.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4124722"/>
            <a:ext cx="10566400" cy="1099741"/>
          </a:xfrm>
          <a:prstGeom prst="roundRect">
            <a:avLst>
              <a:gd name="adj" fmla="val 9239"/>
            </a:avLst>
          </a:prstGeom>
          <a:solidFill>
            <a:srgbClr val="18283F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4378722"/>
            <a:ext cx="103601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caller from "your bank" asks for your one-time code. Fine, since they called you?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6800" y="4721622"/>
            <a:ext cx="103601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9B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No. Banks never ask for it. Hang up and call the number on your card.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900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·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shing Awareness Training">
  <a:themeElements>
    <a:clrScheme name="Phishing Awareness Training">
      <a:dk1>
        <a:srgbClr val="0F1B2D"/>
      </a:dk1>
      <a:lt1>
        <a:srgbClr val="F4F1EA"/>
      </a:lt1>
      <a:dk2>
        <a:srgbClr val="263040"/>
      </a:dk2>
      <a:lt2>
        <a:srgbClr val="BBBCBB"/>
      </a:lt2>
      <a:accent1>
        <a:srgbClr val="0E7C72"/>
      </a:accent1>
      <a:accent2>
        <a:srgbClr val="19B5A5"/>
      </a:accent2>
      <a:accent3>
        <a:srgbClr val="5D6675"/>
      </a:accent3>
      <a:accent4>
        <a:srgbClr val="8B97A8"/>
      </a:accent4>
      <a:accent5>
        <a:srgbClr val="C9D1DC"/>
      </a:accent5>
      <a:accent6>
        <a:srgbClr val="3A4558"/>
      </a:accent6>
      <a:hlink>
        <a:srgbClr val="0563C1"/>
      </a:hlink>
      <a:folHlink>
        <a:srgbClr val="954F72"/>
      </a:folHlink>
    </a:clrScheme>
    <a:fontScheme name="Phishing Awareness Train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/>
  <dc:creator/>
  <cp:lastModifiedBy/>
  <cp:revision>1</cp:revision>
  <dcterms:created xsi:type="dcterms:W3CDTF">2026-10-08T21:17:56Z</dcterms:created>
  <dcterms:modified xsi:type="dcterms:W3CDTF">2026-10-08T21:17:56Z</dcterms:modified>
</cp:coreProperties>
</file>